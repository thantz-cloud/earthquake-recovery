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693400" cy="7556500"/>
  <p:notesSz cx="6858000" cy="9144000"/>
  <p:embeddedFontLst>
    <p:embeddedFont>
      <p:font typeface="Myanmar Nayone" panose="020B0604020202020204" charset="0"/>
      <p:regular r:id="rId5"/>
    </p:embeddedFont>
    <p:embeddedFont>
      <p:font typeface="Roboto" panose="02000000000000000000" pitchFamily="2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51" autoAdjust="0"/>
  </p:normalViewPr>
  <p:slideViewPr>
    <p:cSldViewPr>
      <p:cViewPr varScale="1">
        <p:scale>
          <a:sx n="71" d="100"/>
          <a:sy n="71" d="100"/>
        </p:scale>
        <p:origin x="1301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3B393-0BB2-4CB1-9D7A-9D466962765F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56560-92DC-4064-9465-AAF3433AD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9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56560-92DC-4064-9465-AAF3433AD1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25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18">
            <a:extLst>
              <a:ext uri="{FF2B5EF4-FFF2-40B4-BE49-F238E27FC236}">
                <a16:creationId xmlns:a16="http://schemas.microsoft.com/office/drawing/2014/main" id="{18E17CEC-B29F-5A83-498E-C9F1A3D72306}"/>
              </a:ext>
            </a:extLst>
          </p:cNvPr>
          <p:cNvSpPr/>
          <p:nvPr/>
        </p:nvSpPr>
        <p:spPr>
          <a:xfrm>
            <a:off x="3679726" y="5759450"/>
            <a:ext cx="3491019" cy="1434716"/>
          </a:xfrm>
          <a:custGeom>
            <a:avLst/>
            <a:gdLst/>
            <a:ahLst/>
            <a:cxnLst/>
            <a:rect l="l" t="t" r="r" b="b"/>
            <a:pathLst>
              <a:path w="689658" h="577596">
                <a:moveTo>
                  <a:pt x="27336" y="0"/>
                </a:moveTo>
                <a:lnTo>
                  <a:pt x="662322" y="0"/>
                </a:lnTo>
                <a:cubicBezTo>
                  <a:pt x="669572" y="0"/>
                  <a:pt x="676525" y="2880"/>
                  <a:pt x="681652" y="8007"/>
                </a:cubicBezTo>
                <a:cubicBezTo>
                  <a:pt x="686778" y="13133"/>
                  <a:pt x="689658" y="20086"/>
                  <a:pt x="689658" y="27336"/>
                </a:cubicBezTo>
                <a:lnTo>
                  <a:pt x="689658" y="550260"/>
                </a:lnTo>
                <a:cubicBezTo>
                  <a:pt x="689658" y="557510"/>
                  <a:pt x="686778" y="564463"/>
                  <a:pt x="681652" y="569589"/>
                </a:cubicBezTo>
                <a:cubicBezTo>
                  <a:pt x="676525" y="574716"/>
                  <a:pt x="669572" y="577596"/>
                  <a:pt x="662322" y="577596"/>
                </a:cubicBezTo>
                <a:lnTo>
                  <a:pt x="27336" y="577596"/>
                </a:lnTo>
                <a:cubicBezTo>
                  <a:pt x="12239" y="577596"/>
                  <a:pt x="0" y="565357"/>
                  <a:pt x="0" y="550260"/>
                </a:cubicBezTo>
                <a:lnTo>
                  <a:pt x="0" y="27336"/>
                </a:lnTo>
                <a:cubicBezTo>
                  <a:pt x="0" y="20086"/>
                  <a:pt x="2880" y="13133"/>
                  <a:pt x="8007" y="8007"/>
                </a:cubicBezTo>
                <a:cubicBezTo>
                  <a:pt x="13133" y="2880"/>
                  <a:pt x="20086" y="0"/>
                  <a:pt x="27336" y="0"/>
                </a:cubicBezTo>
                <a:close/>
              </a:path>
            </a:pathLst>
          </a:custGeom>
          <a:solidFill>
            <a:srgbClr val="4C82D6">
              <a:alpha val="14902"/>
            </a:srgbClr>
          </a:solidFill>
        </p:spPr>
      </p:sp>
      <p:sp>
        <p:nvSpPr>
          <p:cNvPr id="2" name="Freeform 2"/>
          <p:cNvSpPr/>
          <p:nvPr/>
        </p:nvSpPr>
        <p:spPr>
          <a:xfrm>
            <a:off x="7174795" y="132596"/>
            <a:ext cx="840688" cy="840688"/>
          </a:xfrm>
          <a:custGeom>
            <a:avLst/>
            <a:gdLst/>
            <a:ahLst/>
            <a:cxnLst/>
            <a:rect l="l" t="t" r="r" b="b"/>
            <a:pathLst>
              <a:path w="772010" h="772010">
                <a:moveTo>
                  <a:pt x="0" y="0"/>
                </a:moveTo>
                <a:lnTo>
                  <a:pt x="772010" y="0"/>
                </a:lnTo>
                <a:lnTo>
                  <a:pt x="772010" y="772010"/>
                </a:lnTo>
                <a:lnTo>
                  <a:pt x="0" y="772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870239" y="165156"/>
            <a:ext cx="775567" cy="775567"/>
          </a:xfrm>
          <a:custGeom>
            <a:avLst/>
            <a:gdLst/>
            <a:ahLst/>
            <a:cxnLst/>
            <a:rect l="l" t="t" r="r" b="b"/>
            <a:pathLst>
              <a:path w="775567" h="775567">
                <a:moveTo>
                  <a:pt x="0" y="0"/>
                </a:moveTo>
                <a:lnTo>
                  <a:pt x="775567" y="0"/>
                </a:lnTo>
                <a:lnTo>
                  <a:pt x="775567" y="775568"/>
                </a:lnTo>
                <a:lnTo>
                  <a:pt x="0" y="775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414962" y="3963861"/>
            <a:ext cx="3131616" cy="3230305"/>
          </a:xfrm>
          <a:custGeom>
            <a:avLst/>
            <a:gdLst/>
            <a:ahLst/>
            <a:cxnLst/>
            <a:rect l="l" t="t" r="r" b="b"/>
            <a:pathLst>
              <a:path w="650742" h="642514">
                <a:moveTo>
                  <a:pt x="28971" y="0"/>
                </a:moveTo>
                <a:lnTo>
                  <a:pt x="621772" y="0"/>
                </a:lnTo>
                <a:cubicBezTo>
                  <a:pt x="629455" y="0"/>
                  <a:pt x="636824" y="3052"/>
                  <a:pt x="642257" y="8485"/>
                </a:cubicBezTo>
                <a:cubicBezTo>
                  <a:pt x="647690" y="13918"/>
                  <a:pt x="650742" y="21287"/>
                  <a:pt x="650742" y="28971"/>
                </a:cubicBezTo>
                <a:lnTo>
                  <a:pt x="650742" y="613544"/>
                </a:lnTo>
                <a:cubicBezTo>
                  <a:pt x="650742" y="621227"/>
                  <a:pt x="647690" y="628596"/>
                  <a:pt x="642257" y="634029"/>
                </a:cubicBezTo>
                <a:cubicBezTo>
                  <a:pt x="636824" y="639462"/>
                  <a:pt x="629455" y="642514"/>
                  <a:pt x="621772" y="642514"/>
                </a:cubicBezTo>
                <a:lnTo>
                  <a:pt x="28971" y="642514"/>
                </a:lnTo>
                <a:cubicBezTo>
                  <a:pt x="21287" y="642514"/>
                  <a:pt x="13918" y="639462"/>
                  <a:pt x="8485" y="634029"/>
                </a:cubicBezTo>
                <a:cubicBezTo>
                  <a:pt x="3052" y="628596"/>
                  <a:pt x="0" y="621227"/>
                  <a:pt x="0" y="613544"/>
                </a:cubicBezTo>
                <a:lnTo>
                  <a:pt x="0" y="28971"/>
                </a:lnTo>
                <a:cubicBezTo>
                  <a:pt x="0" y="21287"/>
                  <a:pt x="3052" y="13918"/>
                  <a:pt x="8485" y="8485"/>
                </a:cubicBezTo>
                <a:cubicBezTo>
                  <a:pt x="13918" y="3052"/>
                  <a:pt x="21287" y="0"/>
                  <a:pt x="28971" y="0"/>
                </a:cubicBezTo>
                <a:close/>
              </a:path>
            </a:pathLst>
          </a:custGeom>
          <a:solidFill>
            <a:srgbClr val="4C82D6">
              <a:alpha val="14902"/>
            </a:srgb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7427794" y="3180477"/>
            <a:ext cx="3131621" cy="327537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40"/>
              </a:lnSpc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3679726" y="1019623"/>
            <a:ext cx="3491019" cy="4511227"/>
          </a:xfrm>
          <a:custGeom>
            <a:avLst/>
            <a:gdLst/>
            <a:ahLst/>
            <a:cxnLst/>
            <a:rect l="l" t="t" r="r" b="b"/>
            <a:pathLst>
              <a:path w="689658" h="558237">
                <a:moveTo>
                  <a:pt x="27336" y="0"/>
                </a:moveTo>
                <a:lnTo>
                  <a:pt x="662322" y="0"/>
                </a:lnTo>
                <a:cubicBezTo>
                  <a:pt x="669572" y="0"/>
                  <a:pt x="676525" y="2880"/>
                  <a:pt x="681652" y="8007"/>
                </a:cubicBezTo>
                <a:cubicBezTo>
                  <a:pt x="686778" y="13133"/>
                  <a:pt x="689658" y="20086"/>
                  <a:pt x="689658" y="27336"/>
                </a:cubicBezTo>
                <a:lnTo>
                  <a:pt x="689658" y="530901"/>
                </a:lnTo>
                <a:cubicBezTo>
                  <a:pt x="689658" y="545998"/>
                  <a:pt x="677420" y="558237"/>
                  <a:pt x="662322" y="558237"/>
                </a:cubicBezTo>
                <a:lnTo>
                  <a:pt x="27336" y="558237"/>
                </a:lnTo>
                <a:cubicBezTo>
                  <a:pt x="20086" y="558237"/>
                  <a:pt x="13133" y="555357"/>
                  <a:pt x="8007" y="550230"/>
                </a:cubicBezTo>
                <a:cubicBezTo>
                  <a:pt x="2880" y="545104"/>
                  <a:pt x="0" y="538151"/>
                  <a:pt x="0" y="530901"/>
                </a:cubicBezTo>
                <a:lnTo>
                  <a:pt x="0" y="27336"/>
                </a:lnTo>
                <a:cubicBezTo>
                  <a:pt x="0" y="20086"/>
                  <a:pt x="2880" y="13133"/>
                  <a:pt x="8007" y="8007"/>
                </a:cubicBezTo>
                <a:cubicBezTo>
                  <a:pt x="13133" y="2880"/>
                  <a:pt x="20086" y="0"/>
                  <a:pt x="27336" y="0"/>
                </a:cubicBezTo>
                <a:close/>
              </a:path>
            </a:pathLst>
          </a:custGeom>
          <a:solidFill>
            <a:srgbClr val="4C82D6">
              <a:alpha val="14902"/>
            </a:srgbClr>
          </a:solidFill>
        </p:spPr>
      </p:sp>
      <p:grpSp>
        <p:nvGrpSpPr>
          <p:cNvPr id="17" name="Group 17"/>
          <p:cNvGrpSpPr/>
          <p:nvPr/>
        </p:nvGrpSpPr>
        <p:grpSpPr>
          <a:xfrm>
            <a:off x="146822" y="1009827"/>
            <a:ext cx="3318899" cy="2779611"/>
            <a:chOff x="0" y="0"/>
            <a:chExt cx="689659" cy="5775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9658" cy="577596"/>
            </a:xfrm>
            <a:custGeom>
              <a:avLst/>
              <a:gdLst/>
              <a:ahLst/>
              <a:cxnLst/>
              <a:rect l="l" t="t" r="r" b="b"/>
              <a:pathLst>
                <a:path w="689658" h="577596">
                  <a:moveTo>
                    <a:pt x="27336" y="0"/>
                  </a:moveTo>
                  <a:lnTo>
                    <a:pt x="662322" y="0"/>
                  </a:lnTo>
                  <a:cubicBezTo>
                    <a:pt x="669572" y="0"/>
                    <a:pt x="676525" y="2880"/>
                    <a:pt x="681652" y="8007"/>
                  </a:cubicBezTo>
                  <a:cubicBezTo>
                    <a:pt x="686778" y="13133"/>
                    <a:pt x="689658" y="20086"/>
                    <a:pt x="689658" y="27336"/>
                  </a:cubicBezTo>
                  <a:lnTo>
                    <a:pt x="689658" y="550260"/>
                  </a:lnTo>
                  <a:cubicBezTo>
                    <a:pt x="689658" y="557510"/>
                    <a:pt x="686778" y="564463"/>
                    <a:pt x="681652" y="569589"/>
                  </a:cubicBezTo>
                  <a:cubicBezTo>
                    <a:pt x="676525" y="574716"/>
                    <a:pt x="669572" y="577596"/>
                    <a:pt x="662322" y="577596"/>
                  </a:cubicBezTo>
                  <a:lnTo>
                    <a:pt x="27336" y="577596"/>
                  </a:lnTo>
                  <a:cubicBezTo>
                    <a:pt x="12239" y="577596"/>
                    <a:pt x="0" y="565357"/>
                    <a:pt x="0" y="550260"/>
                  </a:cubicBezTo>
                  <a:lnTo>
                    <a:pt x="0" y="27336"/>
                  </a:lnTo>
                  <a:cubicBezTo>
                    <a:pt x="0" y="20086"/>
                    <a:pt x="2880" y="13133"/>
                    <a:pt x="8007" y="8007"/>
                  </a:cubicBezTo>
                  <a:cubicBezTo>
                    <a:pt x="13133" y="2880"/>
                    <a:pt x="20086" y="0"/>
                    <a:pt x="27336" y="0"/>
                  </a:cubicBezTo>
                  <a:close/>
                </a:path>
              </a:pathLst>
            </a:custGeom>
            <a:solidFill>
              <a:srgbClr val="4C82D6">
                <a:alpha val="14902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89659" cy="61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7414963" y="2276993"/>
            <a:ext cx="3131616" cy="924395"/>
          </a:xfrm>
          <a:custGeom>
            <a:avLst/>
            <a:gdLst/>
            <a:ahLst/>
            <a:cxnLst/>
            <a:rect l="l" t="t" r="r" b="b"/>
            <a:pathLst>
              <a:path w="650742" h="192087">
                <a:moveTo>
                  <a:pt x="23177" y="0"/>
                </a:moveTo>
                <a:lnTo>
                  <a:pt x="627566" y="0"/>
                </a:lnTo>
                <a:cubicBezTo>
                  <a:pt x="633713" y="0"/>
                  <a:pt x="639608" y="2442"/>
                  <a:pt x="643954" y="6788"/>
                </a:cubicBezTo>
                <a:cubicBezTo>
                  <a:pt x="648301" y="11135"/>
                  <a:pt x="650742" y="17030"/>
                  <a:pt x="650742" y="23177"/>
                </a:cubicBezTo>
                <a:lnTo>
                  <a:pt x="650742" y="168910"/>
                </a:lnTo>
                <a:cubicBezTo>
                  <a:pt x="650742" y="175057"/>
                  <a:pt x="648301" y="180952"/>
                  <a:pt x="643954" y="185299"/>
                </a:cubicBezTo>
                <a:cubicBezTo>
                  <a:pt x="639608" y="189645"/>
                  <a:pt x="633713" y="192087"/>
                  <a:pt x="627566" y="192087"/>
                </a:cubicBezTo>
                <a:lnTo>
                  <a:pt x="23177" y="192087"/>
                </a:lnTo>
                <a:cubicBezTo>
                  <a:pt x="17030" y="192087"/>
                  <a:pt x="11135" y="189645"/>
                  <a:pt x="6788" y="185299"/>
                </a:cubicBezTo>
                <a:cubicBezTo>
                  <a:pt x="2442" y="180952"/>
                  <a:pt x="0" y="175057"/>
                  <a:pt x="0" y="168910"/>
                </a:cubicBezTo>
                <a:lnTo>
                  <a:pt x="0" y="23177"/>
                </a:lnTo>
                <a:cubicBezTo>
                  <a:pt x="0" y="17030"/>
                  <a:pt x="2442" y="11135"/>
                  <a:pt x="6788" y="6788"/>
                </a:cubicBezTo>
                <a:cubicBezTo>
                  <a:pt x="11135" y="2442"/>
                  <a:pt x="17030" y="0"/>
                  <a:pt x="23177" y="0"/>
                </a:cubicBezTo>
                <a:close/>
              </a:path>
            </a:pathLst>
          </a:custGeom>
          <a:solidFill>
            <a:srgbClr val="4C82D6">
              <a:alpha val="20784"/>
            </a:srgbClr>
          </a:solidFill>
        </p:spPr>
        <p:txBody>
          <a:bodyPr/>
          <a:lstStyle/>
          <a:p>
            <a:endParaRPr lang="en-US" sz="1100" dirty="0"/>
          </a:p>
        </p:txBody>
      </p:sp>
      <p:sp>
        <p:nvSpPr>
          <p:cNvPr id="25" name="TextBox 25"/>
          <p:cNvSpPr txBox="1"/>
          <p:nvPr/>
        </p:nvSpPr>
        <p:spPr>
          <a:xfrm>
            <a:off x="7251701" y="1008371"/>
            <a:ext cx="347583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Myanmar Nayone"/>
                <a:ea typeface="Myanmar Nayone"/>
                <a:cs typeface="Myanmar Nayone"/>
                <a:sym typeface="Myanmar Nayone"/>
              </a:rPr>
              <a:t>Innovative Project Exhibition (2026)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27792" y="1584787"/>
            <a:ext cx="3118785" cy="251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300" dirty="0" err="1">
                <a:solidFill>
                  <a:srgbClr val="000000"/>
                </a:solidFill>
                <a:latin typeface="Myanmar Nayone"/>
                <a:ea typeface="Myanmar Nayone"/>
                <a:cs typeface="Myanmar Nayone"/>
                <a:sym typeface="Myanmar Nayone"/>
              </a:rPr>
              <a:t>နည်းပညာတက္ကသိုလ</a:t>
            </a:r>
            <a:r>
              <a:rPr lang="en-US" sz="1300" dirty="0">
                <a:solidFill>
                  <a:srgbClr val="000000"/>
                </a:solidFill>
                <a:latin typeface="Myanmar Nayone"/>
                <a:ea typeface="Myanmar Nayone"/>
                <a:cs typeface="Myanmar Nayone"/>
                <a:sym typeface="Myanmar Nayone"/>
              </a:rPr>
              <a:t>်(</a:t>
            </a:r>
            <a:r>
              <a:rPr lang="en-US" sz="1300" dirty="0" err="1">
                <a:solidFill>
                  <a:srgbClr val="000000"/>
                </a:solidFill>
                <a:latin typeface="Myanmar Nayone"/>
                <a:ea typeface="Myanmar Nayone"/>
                <a:cs typeface="Myanmar Nayone"/>
                <a:sym typeface="Myanmar Nayone"/>
              </a:rPr>
              <a:t>ရတနာပုံဆိုက်ဘာစီးတီး</a:t>
            </a:r>
            <a:r>
              <a:rPr lang="en-US" sz="1300" dirty="0">
                <a:solidFill>
                  <a:srgbClr val="000000"/>
                </a:solidFill>
                <a:latin typeface="Myanmar Nayone"/>
                <a:ea typeface="Myanmar Nayone"/>
                <a:cs typeface="Myanmar Nayone"/>
                <a:sym typeface="Myanmar Nayone"/>
              </a:rPr>
              <a:t>)</a:t>
            </a:r>
          </a:p>
        </p:txBody>
      </p:sp>
      <p:sp>
        <p:nvSpPr>
          <p:cNvPr id="37" name="TextBox 34">
            <a:extLst>
              <a:ext uri="{FF2B5EF4-FFF2-40B4-BE49-F238E27FC236}">
                <a16:creationId xmlns:a16="http://schemas.microsoft.com/office/drawing/2014/main" id="{3F19481D-5DBD-6973-7FC5-3F1FC0AB05D0}"/>
              </a:ext>
            </a:extLst>
          </p:cNvPr>
          <p:cNvSpPr txBox="1"/>
          <p:nvPr/>
        </p:nvSpPr>
        <p:spPr>
          <a:xfrm>
            <a:off x="7427792" y="1893692"/>
            <a:ext cx="3118785" cy="250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300" dirty="0" err="1">
                <a:solidFill>
                  <a:srgbClr val="000000"/>
                </a:solidFill>
                <a:latin typeface="Myanmar Nayone"/>
                <a:ea typeface="Myanmar Nayone"/>
                <a:cs typeface="Myanmar Nayone"/>
                <a:sym typeface="Myanmar Nayone"/>
              </a:rPr>
              <a:t>သတင်းအချက်အလက်သိပ္ပံဌာန</a:t>
            </a:r>
            <a:endParaRPr lang="en-US" sz="1300" dirty="0">
              <a:solidFill>
                <a:srgbClr val="000000"/>
              </a:solidFill>
              <a:latin typeface="Myanmar Nayone"/>
              <a:ea typeface="Myanmar Nayone"/>
              <a:cs typeface="Myanmar Nayone"/>
              <a:sym typeface="Myanmar Nayon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27793" y="2545835"/>
            <a:ext cx="3131621" cy="339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87"/>
              </a:lnSpc>
            </a:pPr>
            <a:r>
              <a:rPr lang="en-US" sz="14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Project Title</a:t>
            </a:r>
          </a:p>
        </p:txBody>
      </p:sp>
      <p:sp>
        <p:nvSpPr>
          <p:cNvPr id="39" name="TextBox 32">
            <a:extLst>
              <a:ext uri="{FF2B5EF4-FFF2-40B4-BE49-F238E27FC236}">
                <a16:creationId xmlns:a16="http://schemas.microsoft.com/office/drawing/2014/main" id="{56A7D263-5C9E-16ED-11CA-9BDFEBC1F000}"/>
              </a:ext>
            </a:extLst>
          </p:cNvPr>
          <p:cNvSpPr txBox="1"/>
          <p:nvPr/>
        </p:nvSpPr>
        <p:spPr>
          <a:xfrm>
            <a:off x="3684481" y="5928980"/>
            <a:ext cx="349101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66"/>
              </a:lnSpc>
              <a:spcBef>
                <a:spcPct val="0"/>
              </a:spcBef>
            </a:pPr>
            <a:r>
              <a:rPr lang="my-MM" sz="1690" dirty="0">
                <a:solidFill>
                  <a:srgbClr val="000000"/>
                </a:solidFill>
                <a:latin typeface="Myanmar Nayone"/>
                <a:ea typeface="Myanmar Nayone"/>
                <a:cs typeface="Myanmar Nayone"/>
                <a:sym typeface="Myanmar Nayone"/>
              </a:rPr>
              <a:t>တင်ပြသူ</a:t>
            </a:r>
            <a:endParaRPr lang="en-US" sz="1690" dirty="0">
              <a:solidFill>
                <a:srgbClr val="000000"/>
              </a:solidFill>
              <a:latin typeface="Myanmar Nayone"/>
              <a:ea typeface="Myanmar Nayone"/>
              <a:cs typeface="Myanmar Nayone"/>
              <a:sym typeface="Myanmar Nayone"/>
            </a:endParaRPr>
          </a:p>
        </p:txBody>
      </p:sp>
      <p:sp>
        <p:nvSpPr>
          <p:cNvPr id="41" name="Freeform 18">
            <a:extLst>
              <a:ext uri="{FF2B5EF4-FFF2-40B4-BE49-F238E27FC236}">
                <a16:creationId xmlns:a16="http://schemas.microsoft.com/office/drawing/2014/main" id="{86BAAB02-3A5F-7BC0-0E14-AC9F876E5655}"/>
              </a:ext>
            </a:extLst>
          </p:cNvPr>
          <p:cNvSpPr/>
          <p:nvPr/>
        </p:nvSpPr>
        <p:spPr>
          <a:xfrm>
            <a:off x="146822" y="4429372"/>
            <a:ext cx="3318895" cy="2779611"/>
          </a:xfrm>
          <a:custGeom>
            <a:avLst/>
            <a:gdLst/>
            <a:ahLst/>
            <a:cxnLst/>
            <a:rect l="l" t="t" r="r" b="b"/>
            <a:pathLst>
              <a:path w="689658" h="577596">
                <a:moveTo>
                  <a:pt x="27336" y="0"/>
                </a:moveTo>
                <a:lnTo>
                  <a:pt x="662322" y="0"/>
                </a:lnTo>
                <a:cubicBezTo>
                  <a:pt x="669572" y="0"/>
                  <a:pt x="676525" y="2880"/>
                  <a:pt x="681652" y="8007"/>
                </a:cubicBezTo>
                <a:cubicBezTo>
                  <a:pt x="686778" y="13133"/>
                  <a:pt x="689658" y="20086"/>
                  <a:pt x="689658" y="27336"/>
                </a:cubicBezTo>
                <a:lnTo>
                  <a:pt x="689658" y="550260"/>
                </a:lnTo>
                <a:cubicBezTo>
                  <a:pt x="689658" y="557510"/>
                  <a:pt x="686778" y="564463"/>
                  <a:pt x="681652" y="569589"/>
                </a:cubicBezTo>
                <a:cubicBezTo>
                  <a:pt x="676525" y="574716"/>
                  <a:pt x="669572" y="577596"/>
                  <a:pt x="662322" y="577596"/>
                </a:cubicBezTo>
                <a:lnTo>
                  <a:pt x="27336" y="577596"/>
                </a:lnTo>
                <a:cubicBezTo>
                  <a:pt x="12239" y="577596"/>
                  <a:pt x="0" y="565357"/>
                  <a:pt x="0" y="550260"/>
                </a:cubicBezTo>
                <a:lnTo>
                  <a:pt x="0" y="27336"/>
                </a:lnTo>
                <a:cubicBezTo>
                  <a:pt x="0" y="20086"/>
                  <a:pt x="2880" y="13133"/>
                  <a:pt x="8007" y="8007"/>
                </a:cubicBezTo>
                <a:cubicBezTo>
                  <a:pt x="13133" y="2880"/>
                  <a:pt x="20086" y="0"/>
                  <a:pt x="27336" y="0"/>
                </a:cubicBezTo>
                <a:close/>
              </a:path>
            </a:pathLst>
          </a:custGeom>
          <a:solidFill>
            <a:srgbClr val="4C82D6">
              <a:alpha val="14902"/>
            </a:srgbClr>
          </a:solidFill>
        </p:spPr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2A5CA722-7C2D-538B-0DD2-A5ACD169DF27}"/>
              </a:ext>
            </a:extLst>
          </p:cNvPr>
          <p:cNvSpPr txBox="1"/>
          <p:nvPr/>
        </p:nvSpPr>
        <p:spPr>
          <a:xfrm>
            <a:off x="146822" y="4246020"/>
            <a:ext cx="3318899" cy="296296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40"/>
              </a:lnSpc>
            </a:pPr>
            <a:endParaRPr/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85BE7082-5FC6-6CBA-F9D4-FBEABD180484}"/>
              </a:ext>
            </a:extLst>
          </p:cNvPr>
          <p:cNvSpPr txBox="1"/>
          <p:nvPr/>
        </p:nvSpPr>
        <p:spPr>
          <a:xfrm>
            <a:off x="3892759" y="6292850"/>
            <a:ext cx="3071734" cy="342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7"/>
              </a:lnSpc>
            </a:pPr>
            <a:r>
              <a:rPr lang="my-MM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အမည်</a:t>
            </a:r>
            <a:endParaRPr lang="en-US" sz="14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48" name="TextBox 5">
            <a:extLst>
              <a:ext uri="{FF2B5EF4-FFF2-40B4-BE49-F238E27FC236}">
                <a16:creationId xmlns:a16="http://schemas.microsoft.com/office/drawing/2014/main" id="{937E5802-D364-C777-2845-EDCA63A270D5}"/>
              </a:ext>
            </a:extLst>
          </p:cNvPr>
          <p:cNvSpPr txBox="1"/>
          <p:nvPr/>
        </p:nvSpPr>
        <p:spPr>
          <a:xfrm>
            <a:off x="3879921" y="6714949"/>
            <a:ext cx="3084572" cy="342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7"/>
              </a:lnSpc>
            </a:pPr>
            <a:r>
              <a:rPr lang="my-MM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အတန်း</a:t>
            </a:r>
            <a:endParaRPr lang="en-US" sz="14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50" name="TextBox 32">
            <a:extLst>
              <a:ext uri="{FF2B5EF4-FFF2-40B4-BE49-F238E27FC236}">
                <a16:creationId xmlns:a16="http://schemas.microsoft.com/office/drawing/2014/main" id="{A162FBE9-E8B2-EBCB-3D6D-3D6FCE8F7F6C}"/>
              </a:ext>
            </a:extLst>
          </p:cNvPr>
          <p:cNvSpPr txBox="1"/>
          <p:nvPr/>
        </p:nvSpPr>
        <p:spPr>
          <a:xfrm>
            <a:off x="7579751" y="3504912"/>
            <a:ext cx="275078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6"/>
              </a:lnSpc>
              <a:spcBef>
                <a:spcPct val="0"/>
              </a:spcBef>
            </a:pPr>
            <a:r>
              <a:rPr lang="my-MM" sz="1690" dirty="0">
                <a:solidFill>
                  <a:srgbClr val="000000"/>
                </a:solidFill>
                <a:latin typeface="Myanmar Nayone"/>
                <a:ea typeface="Myanmar Nayone"/>
                <a:cs typeface="Myanmar Nayone"/>
                <a:sym typeface="Myanmar Nayone"/>
              </a:rPr>
              <a:t>အကျဉ်းချုပ်</a:t>
            </a:r>
            <a:endParaRPr lang="en-US" sz="1690" dirty="0">
              <a:solidFill>
                <a:srgbClr val="000000"/>
              </a:solidFill>
              <a:latin typeface="Myanmar Nayone"/>
              <a:ea typeface="Myanmar Nayone"/>
              <a:cs typeface="Myanmar Nayone"/>
              <a:sym typeface="Myanmar Nay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105" y="273050"/>
            <a:ext cx="3318894" cy="7044009"/>
            <a:chOff x="0" y="0"/>
            <a:chExt cx="689659" cy="617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9658" cy="617919"/>
            </a:xfrm>
            <a:custGeom>
              <a:avLst/>
              <a:gdLst/>
              <a:ahLst/>
              <a:cxnLst/>
              <a:rect l="l" t="t" r="r" b="b"/>
              <a:pathLst>
                <a:path w="689658" h="617919">
                  <a:moveTo>
                    <a:pt x="27336" y="0"/>
                  </a:moveTo>
                  <a:lnTo>
                    <a:pt x="662322" y="0"/>
                  </a:lnTo>
                  <a:cubicBezTo>
                    <a:pt x="669572" y="0"/>
                    <a:pt x="676525" y="2880"/>
                    <a:pt x="681652" y="8007"/>
                  </a:cubicBezTo>
                  <a:cubicBezTo>
                    <a:pt x="686778" y="13133"/>
                    <a:pt x="689658" y="20086"/>
                    <a:pt x="689658" y="27336"/>
                  </a:cubicBezTo>
                  <a:lnTo>
                    <a:pt x="689658" y="590582"/>
                  </a:lnTo>
                  <a:cubicBezTo>
                    <a:pt x="689658" y="605680"/>
                    <a:pt x="677420" y="617919"/>
                    <a:pt x="662322" y="617919"/>
                  </a:cubicBezTo>
                  <a:lnTo>
                    <a:pt x="27336" y="617919"/>
                  </a:lnTo>
                  <a:cubicBezTo>
                    <a:pt x="20086" y="617919"/>
                    <a:pt x="13133" y="615038"/>
                    <a:pt x="8007" y="609912"/>
                  </a:cubicBezTo>
                  <a:cubicBezTo>
                    <a:pt x="2880" y="604785"/>
                    <a:pt x="0" y="597832"/>
                    <a:pt x="0" y="590582"/>
                  </a:cubicBezTo>
                  <a:lnTo>
                    <a:pt x="0" y="27336"/>
                  </a:lnTo>
                  <a:cubicBezTo>
                    <a:pt x="0" y="20086"/>
                    <a:pt x="2880" y="13133"/>
                    <a:pt x="8007" y="8007"/>
                  </a:cubicBezTo>
                  <a:cubicBezTo>
                    <a:pt x="13133" y="2880"/>
                    <a:pt x="20086" y="0"/>
                    <a:pt x="27336" y="0"/>
                  </a:cubicBezTo>
                  <a:close/>
                </a:path>
              </a:pathLst>
            </a:custGeom>
            <a:solidFill>
              <a:srgbClr val="4C82D6">
                <a:alpha val="1490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89659" cy="656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04201" y="989794"/>
            <a:ext cx="3318899" cy="2973659"/>
            <a:chOff x="0" y="0"/>
            <a:chExt cx="689659" cy="6179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658" cy="617919"/>
            </a:xfrm>
            <a:custGeom>
              <a:avLst/>
              <a:gdLst/>
              <a:ahLst/>
              <a:cxnLst/>
              <a:rect l="l" t="t" r="r" b="b"/>
              <a:pathLst>
                <a:path w="689658" h="617919">
                  <a:moveTo>
                    <a:pt x="27336" y="0"/>
                  </a:moveTo>
                  <a:lnTo>
                    <a:pt x="662322" y="0"/>
                  </a:lnTo>
                  <a:cubicBezTo>
                    <a:pt x="669572" y="0"/>
                    <a:pt x="676525" y="2880"/>
                    <a:pt x="681652" y="8007"/>
                  </a:cubicBezTo>
                  <a:cubicBezTo>
                    <a:pt x="686778" y="13133"/>
                    <a:pt x="689658" y="20086"/>
                    <a:pt x="689658" y="27336"/>
                  </a:cubicBezTo>
                  <a:lnTo>
                    <a:pt x="689658" y="590582"/>
                  </a:lnTo>
                  <a:cubicBezTo>
                    <a:pt x="689658" y="605680"/>
                    <a:pt x="677420" y="617919"/>
                    <a:pt x="662322" y="617919"/>
                  </a:cubicBezTo>
                  <a:lnTo>
                    <a:pt x="27336" y="617919"/>
                  </a:lnTo>
                  <a:cubicBezTo>
                    <a:pt x="20086" y="617919"/>
                    <a:pt x="13133" y="615038"/>
                    <a:pt x="8007" y="609912"/>
                  </a:cubicBezTo>
                  <a:cubicBezTo>
                    <a:pt x="2880" y="604785"/>
                    <a:pt x="0" y="597832"/>
                    <a:pt x="0" y="590582"/>
                  </a:cubicBezTo>
                  <a:lnTo>
                    <a:pt x="0" y="27336"/>
                  </a:lnTo>
                  <a:cubicBezTo>
                    <a:pt x="0" y="20086"/>
                    <a:pt x="2880" y="13133"/>
                    <a:pt x="8007" y="8007"/>
                  </a:cubicBezTo>
                  <a:cubicBezTo>
                    <a:pt x="13133" y="2880"/>
                    <a:pt x="20086" y="0"/>
                    <a:pt x="27336" y="0"/>
                  </a:cubicBezTo>
                  <a:close/>
                </a:path>
              </a:pathLst>
            </a:custGeom>
            <a:solidFill>
              <a:srgbClr val="4C82D6">
                <a:alpha val="1490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89659" cy="656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09402" y="958791"/>
            <a:ext cx="3318894" cy="2980825"/>
            <a:chOff x="0" y="0"/>
            <a:chExt cx="689659" cy="6194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9658" cy="619408"/>
            </a:xfrm>
            <a:custGeom>
              <a:avLst/>
              <a:gdLst/>
              <a:ahLst/>
              <a:cxnLst/>
              <a:rect l="l" t="t" r="r" b="b"/>
              <a:pathLst>
                <a:path w="689658" h="619408">
                  <a:moveTo>
                    <a:pt x="27336" y="0"/>
                  </a:moveTo>
                  <a:lnTo>
                    <a:pt x="662322" y="0"/>
                  </a:lnTo>
                  <a:cubicBezTo>
                    <a:pt x="669572" y="0"/>
                    <a:pt x="676525" y="2880"/>
                    <a:pt x="681652" y="8007"/>
                  </a:cubicBezTo>
                  <a:cubicBezTo>
                    <a:pt x="686778" y="13133"/>
                    <a:pt x="689658" y="20086"/>
                    <a:pt x="689658" y="27336"/>
                  </a:cubicBezTo>
                  <a:lnTo>
                    <a:pt x="689658" y="592071"/>
                  </a:lnTo>
                  <a:cubicBezTo>
                    <a:pt x="689658" y="607169"/>
                    <a:pt x="677420" y="619408"/>
                    <a:pt x="662322" y="619408"/>
                  </a:cubicBezTo>
                  <a:lnTo>
                    <a:pt x="27336" y="619408"/>
                  </a:lnTo>
                  <a:cubicBezTo>
                    <a:pt x="20086" y="619408"/>
                    <a:pt x="13133" y="616527"/>
                    <a:pt x="8007" y="611401"/>
                  </a:cubicBezTo>
                  <a:cubicBezTo>
                    <a:pt x="2880" y="606274"/>
                    <a:pt x="0" y="599321"/>
                    <a:pt x="0" y="592071"/>
                  </a:cubicBezTo>
                  <a:lnTo>
                    <a:pt x="0" y="27336"/>
                  </a:lnTo>
                  <a:cubicBezTo>
                    <a:pt x="0" y="20086"/>
                    <a:pt x="2880" y="13133"/>
                    <a:pt x="8007" y="8007"/>
                  </a:cubicBezTo>
                  <a:cubicBezTo>
                    <a:pt x="13133" y="2880"/>
                    <a:pt x="20086" y="0"/>
                    <a:pt x="27336" y="0"/>
                  </a:cubicBezTo>
                  <a:close/>
                </a:path>
              </a:pathLst>
            </a:custGeom>
            <a:solidFill>
              <a:srgbClr val="4C82D6">
                <a:alpha val="1490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89659" cy="657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5" name="Group 2">
            <a:extLst>
              <a:ext uri="{FF2B5EF4-FFF2-40B4-BE49-F238E27FC236}">
                <a16:creationId xmlns:a16="http://schemas.microsoft.com/office/drawing/2014/main" id="{BC01D07D-C372-9072-5777-71BFCC11CC86}"/>
              </a:ext>
            </a:extLst>
          </p:cNvPr>
          <p:cNvGrpSpPr/>
          <p:nvPr/>
        </p:nvGrpSpPr>
        <p:grpSpPr>
          <a:xfrm>
            <a:off x="3704201" y="4531806"/>
            <a:ext cx="3318899" cy="2776809"/>
            <a:chOff x="0" y="0"/>
            <a:chExt cx="689659" cy="617919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98BE26DA-1D21-C049-1E79-F61C112DE688}"/>
                </a:ext>
              </a:extLst>
            </p:cNvPr>
            <p:cNvSpPr/>
            <p:nvPr/>
          </p:nvSpPr>
          <p:spPr>
            <a:xfrm>
              <a:off x="0" y="0"/>
              <a:ext cx="689658" cy="617919"/>
            </a:xfrm>
            <a:custGeom>
              <a:avLst/>
              <a:gdLst/>
              <a:ahLst/>
              <a:cxnLst/>
              <a:rect l="l" t="t" r="r" b="b"/>
              <a:pathLst>
                <a:path w="689658" h="617919">
                  <a:moveTo>
                    <a:pt x="27336" y="0"/>
                  </a:moveTo>
                  <a:lnTo>
                    <a:pt x="662322" y="0"/>
                  </a:lnTo>
                  <a:cubicBezTo>
                    <a:pt x="669572" y="0"/>
                    <a:pt x="676525" y="2880"/>
                    <a:pt x="681652" y="8007"/>
                  </a:cubicBezTo>
                  <a:cubicBezTo>
                    <a:pt x="686778" y="13133"/>
                    <a:pt x="689658" y="20086"/>
                    <a:pt x="689658" y="27336"/>
                  </a:cubicBezTo>
                  <a:lnTo>
                    <a:pt x="689658" y="590582"/>
                  </a:lnTo>
                  <a:cubicBezTo>
                    <a:pt x="689658" y="605680"/>
                    <a:pt x="677420" y="617919"/>
                    <a:pt x="662322" y="617919"/>
                  </a:cubicBezTo>
                  <a:lnTo>
                    <a:pt x="27336" y="617919"/>
                  </a:lnTo>
                  <a:cubicBezTo>
                    <a:pt x="20086" y="617919"/>
                    <a:pt x="13133" y="615038"/>
                    <a:pt x="8007" y="609912"/>
                  </a:cubicBezTo>
                  <a:cubicBezTo>
                    <a:pt x="2880" y="604785"/>
                    <a:pt x="0" y="597832"/>
                    <a:pt x="0" y="590582"/>
                  </a:cubicBezTo>
                  <a:lnTo>
                    <a:pt x="0" y="27336"/>
                  </a:lnTo>
                  <a:cubicBezTo>
                    <a:pt x="0" y="20086"/>
                    <a:pt x="2880" y="13133"/>
                    <a:pt x="8007" y="8007"/>
                  </a:cubicBezTo>
                  <a:cubicBezTo>
                    <a:pt x="13133" y="2880"/>
                    <a:pt x="20086" y="0"/>
                    <a:pt x="27336" y="0"/>
                  </a:cubicBezTo>
                  <a:close/>
                </a:path>
              </a:pathLst>
            </a:custGeom>
            <a:solidFill>
              <a:srgbClr val="4C82D6">
                <a:alpha val="14902"/>
              </a:srgbClr>
            </a:solidFill>
          </p:spPr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F8DFDD12-7A63-1829-BD76-A8878026B51F}"/>
                </a:ext>
              </a:extLst>
            </p:cNvPr>
            <p:cNvSpPr txBox="1"/>
            <p:nvPr/>
          </p:nvSpPr>
          <p:spPr>
            <a:xfrm>
              <a:off x="0" y="-38100"/>
              <a:ext cx="689659" cy="656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8" name="Group 2">
            <a:extLst>
              <a:ext uri="{FF2B5EF4-FFF2-40B4-BE49-F238E27FC236}">
                <a16:creationId xmlns:a16="http://schemas.microsoft.com/office/drawing/2014/main" id="{9321EEBA-C23A-E047-25AC-5F93CB83721E}"/>
              </a:ext>
            </a:extLst>
          </p:cNvPr>
          <p:cNvGrpSpPr/>
          <p:nvPr/>
        </p:nvGrpSpPr>
        <p:grpSpPr>
          <a:xfrm>
            <a:off x="7209401" y="4527550"/>
            <a:ext cx="3318899" cy="2776809"/>
            <a:chOff x="0" y="0"/>
            <a:chExt cx="689659" cy="617919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034DEDD1-849E-A46B-2D53-11557B04B8BB}"/>
                </a:ext>
              </a:extLst>
            </p:cNvPr>
            <p:cNvSpPr/>
            <p:nvPr/>
          </p:nvSpPr>
          <p:spPr>
            <a:xfrm>
              <a:off x="0" y="0"/>
              <a:ext cx="689658" cy="617919"/>
            </a:xfrm>
            <a:custGeom>
              <a:avLst/>
              <a:gdLst/>
              <a:ahLst/>
              <a:cxnLst/>
              <a:rect l="l" t="t" r="r" b="b"/>
              <a:pathLst>
                <a:path w="689658" h="617919">
                  <a:moveTo>
                    <a:pt x="27336" y="0"/>
                  </a:moveTo>
                  <a:lnTo>
                    <a:pt x="662322" y="0"/>
                  </a:lnTo>
                  <a:cubicBezTo>
                    <a:pt x="669572" y="0"/>
                    <a:pt x="676525" y="2880"/>
                    <a:pt x="681652" y="8007"/>
                  </a:cubicBezTo>
                  <a:cubicBezTo>
                    <a:pt x="686778" y="13133"/>
                    <a:pt x="689658" y="20086"/>
                    <a:pt x="689658" y="27336"/>
                  </a:cubicBezTo>
                  <a:lnTo>
                    <a:pt x="689658" y="590582"/>
                  </a:lnTo>
                  <a:cubicBezTo>
                    <a:pt x="689658" y="605680"/>
                    <a:pt x="677420" y="617919"/>
                    <a:pt x="662322" y="617919"/>
                  </a:cubicBezTo>
                  <a:lnTo>
                    <a:pt x="27336" y="617919"/>
                  </a:lnTo>
                  <a:cubicBezTo>
                    <a:pt x="20086" y="617919"/>
                    <a:pt x="13133" y="615038"/>
                    <a:pt x="8007" y="609912"/>
                  </a:cubicBezTo>
                  <a:cubicBezTo>
                    <a:pt x="2880" y="604785"/>
                    <a:pt x="0" y="597832"/>
                    <a:pt x="0" y="590582"/>
                  </a:cubicBezTo>
                  <a:lnTo>
                    <a:pt x="0" y="27336"/>
                  </a:lnTo>
                  <a:cubicBezTo>
                    <a:pt x="0" y="20086"/>
                    <a:pt x="2880" y="13133"/>
                    <a:pt x="8007" y="8007"/>
                  </a:cubicBezTo>
                  <a:cubicBezTo>
                    <a:pt x="13133" y="2880"/>
                    <a:pt x="20086" y="0"/>
                    <a:pt x="27336" y="0"/>
                  </a:cubicBezTo>
                  <a:close/>
                </a:path>
              </a:pathLst>
            </a:custGeom>
            <a:solidFill>
              <a:srgbClr val="4C82D6">
                <a:alpha val="14902"/>
              </a:srgbClr>
            </a:soli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F678C9DB-AC08-9EDA-8BB6-18E8CBCE2487}"/>
                </a:ext>
              </a:extLst>
            </p:cNvPr>
            <p:cNvSpPr txBox="1"/>
            <p:nvPr/>
          </p:nvSpPr>
          <p:spPr>
            <a:xfrm>
              <a:off x="0" y="-38100"/>
              <a:ext cx="689659" cy="656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70</Words>
  <Application>Microsoft Office PowerPoint</Application>
  <PresentationFormat>Custom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Myanmar Nayone</vt:lpstr>
      <vt:lpstr>Roboto</vt:lpstr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မြန်မာ့မျက်နှာစာသစ်ဖိုရမ်</dc:title>
  <dc:creator>User</dc:creator>
  <cp:lastModifiedBy>Khant Khant</cp:lastModifiedBy>
  <cp:revision>28</cp:revision>
  <dcterms:created xsi:type="dcterms:W3CDTF">2006-08-16T00:00:00Z</dcterms:created>
  <dcterms:modified xsi:type="dcterms:W3CDTF">2026-08-17T12:06:01Z</dcterms:modified>
  <dc:identifier>DAHDP7RmNSM</dc:identifier>
</cp:coreProperties>
</file>